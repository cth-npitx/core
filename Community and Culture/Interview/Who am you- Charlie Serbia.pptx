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0C5F34-1D23-7871-6EDD-1AF9B33B574A}" v="563" dt="2026-04-07T19:39:47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492982-AE70-431E-B320-984611F49CF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5126433-D7F1-4D64-AA9D-5A4D242AFDD4}">
      <dgm:prSet/>
      <dgm:spPr/>
      <dgm:t>
        <a:bodyPr/>
        <a:lstStyle/>
        <a:p>
          <a:r>
            <a:rPr lang="en-US"/>
            <a:t>How old am you, well, you am 24 years old.</a:t>
          </a:r>
        </a:p>
      </dgm:t>
    </dgm:pt>
    <dgm:pt modelId="{F5789378-15AD-4785-AC13-A239013A7EF3}" type="parTrans" cxnId="{57628D4D-C1E9-4A2B-AF42-79EB1FDECE81}">
      <dgm:prSet/>
      <dgm:spPr/>
      <dgm:t>
        <a:bodyPr/>
        <a:lstStyle/>
        <a:p>
          <a:endParaRPr lang="en-US"/>
        </a:p>
      </dgm:t>
    </dgm:pt>
    <dgm:pt modelId="{E04A3975-32C4-4ACE-B9C5-80D5CF29BAB7}" type="sibTrans" cxnId="{57628D4D-C1E9-4A2B-AF42-79EB1FDECE81}">
      <dgm:prSet/>
      <dgm:spPr/>
      <dgm:t>
        <a:bodyPr/>
        <a:lstStyle/>
        <a:p>
          <a:endParaRPr lang="en-US"/>
        </a:p>
      </dgm:t>
    </dgm:pt>
    <dgm:pt modelId="{CE82E8BF-612F-4C49-B9F7-E0FA162CBF47}">
      <dgm:prSet/>
      <dgm:spPr/>
      <dgm:t>
        <a:bodyPr/>
        <a:lstStyle/>
        <a:p>
          <a:r>
            <a:rPr lang="en-US"/>
            <a:t>With a birthday of  October 23, it appears you have a birthday in the year 2001. So, October 23: A space oddesy</a:t>
          </a:r>
        </a:p>
      </dgm:t>
    </dgm:pt>
    <dgm:pt modelId="{1BEFE95B-8081-4763-BABF-51FABDFB0EE2}" type="parTrans" cxnId="{A0B792AA-AA23-412C-9521-0097C8274E44}">
      <dgm:prSet/>
      <dgm:spPr/>
      <dgm:t>
        <a:bodyPr/>
        <a:lstStyle/>
        <a:p>
          <a:endParaRPr lang="en-US"/>
        </a:p>
      </dgm:t>
    </dgm:pt>
    <dgm:pt modelId="{5D83F2BE-8CCC-4811-B07B-AF276009EDF6}" type="sibTrans" cxnId="{A0B792AA-AA23-412C-9521-0097C8274E44}">
      <dgm:prSet/>
      <dgm:spPr/>
      <dgm:t>
        <a:bodyPr/>
        <a:lstStyle/>
        <a:p>
          <a:endParaRPr lang="en-US"/>
        </a:p>
      </dgm:t>
    </dgm:pt>
    <dgm:pt modelId="{59F3318D-5C92-44C5-B87C-F765DA71DA73}" type="pres">
      <dgm:prSet presAssocID="{1B492982-AE70-431E-B320-984611F49CF6}" presName="linear" presStyleCnt="0">
        <dgm:presLayoutVars>
          <dgm:animLvl val="lvl"/>
          <dgm:resizeHandles val="exact"/>
        </dgm:presLayoutVars>
      </dgm:prSet>
      <dgm:spPr/>
    </dgm:pt>
    <dgm:pt modelId="{B8F96F78-8F87-4BB1-9920-728762CB3B00}" type="pres">
      <dgm:prSet presAssocID="{D5126433-D7F1-4D64-AA9D-5A4D242AFDD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8D7D575-15FD-4900-9BF7-160D0CBCFBCA}" type="pres">
      <dgm:prSet presAssocID="{E04A3975-32C4-4ACE-B9C5-80D5CF29BAB7}" presName="spacer" presStyleCnt="0"/>
      <dgm:spPr/>
    </dgm:pt>
    <dgm:pt modelId="{93AFB950-DF73-4D55-AA38-50F6CABB30D1}" type="pres">
      <dgm:prSet presAssocID="{CE82E8BF-612F-4C49-B9F7-E0FA162CBF4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610A236-13DC-4391-9481-9AC3110540FE}" type="presOf" srcId="{CE82E8BF-612F-4C49-B9F7-E0FA162CBF47}" destId="{93AFB950-DF73-4D55-AA38-50F6CABB30D1}" srcOrd="0" destOrd="0" presId="urn:microsoft.com/office/officeart/2005/8/layout/vList2"/>
    <dgm:cxn modelId="{DF9D6B63-6A02-4C42-8135-DE1F24278417}" type="presOf" srcId="{1B492982-AE70-431E-B320-984611F49CF6}" destId="{59F3318D-5C92-44C5-B87C-F765DA71DA73}" srcOrd="0" destOrd="0" presId="urn:microsoft.com/office/officeart/2005/8/layout/vList2"/>
    <dgm:cxn modelId="{57628D4D-C1E9-4A2B-AF42-79EB1FDECE81}" srcId="{1B492982-AE70-431E-B320-984611F49CF6}" destId="{D5126433-D7F1-4D64-AA9D-5A4D242AFDD4}" srcOrd="0" destOrd="0" parTransId="{F5789378-15AD-4785-AC13-A239013A7EF3}" sibTransId="{E04A3975-32C4-4ACE-B9C5-80D5CF29BAB7}"/>
    <dgm:cxn modelId="{A0B792AA-AA23-412C-9521-0097C8274E44}" srcId="{1B492982-AE70-431E-B320-984611F49CF6}" destId="{CE82E8BF-612F-4C49-B9F7-E0FA162CBF47}" srcOrd="1" destOrd="0" parTransId="{1BEFE95B-8081-4763-BABF-51FABDFB0EE2}" sibTransId="{5D83F2BE-8CCC-4811-B07B-AF276009EDF6}"/>
    <dgm:cxn modelId="{1112F3F8-C2CB-4EE9-84D4-148DF58E9B09}" type="presOf" srcId="{D5126433-D7F1-4D64-AA9D-5A4D242AFDD4}" destId="{B8F96F78-8F87-4BB1-9920-728762CB3B00}" srcOrd="0" destOrd="0" presId="urn:microsoft.com/office/officeart/2005/8/layout/vList2"/>
    <dgm:cxn modelId="{7DF6FE89-997A-4B8A-A0F5-666154352854}" type="presParOf" srcId="{59F3318D-5C92-44C5-B87C-F765DA71DA73}" destId="{B8F96F78-8F87-4BB1-9920-728762CB3B00}" srcOrd="0" destOrd="0" presId="urn:microsoft.com/office/officeart/2005/8/layout/vList2"/>
    <dgm:cxn modelId="{147C39D4-FDFB-402A-9286-E51AB75D7394}" type="presParOf" srcId="{59F3318D-5C92-44C5-B87C-F765DA71DA73}" destId="{A8D7D575-15FD-4900-9BF7-160D0CBCFBCA}" srcOrd="1" destOrd="0" presId="urn:microsoft.com/office/officeart/2005/8/layout/vList2"/>
    <dgm:cxn modelId="{CEE70240-3A1E-44E6-9E6D-9ADD7DBAD093}" type="presParOf" srcId="{59F3318D-5C92-44C5-B87C-F765DA71DA73}" destId="{93AFB950-DF73-4D55-AA38-50F6CABB30D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6B941C-A6D4-43FE-A821-9C411D433B7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342FB8-F9C2-4375-AFF6-DDE86038A7B8}">
      <dgm:prSet/>
      <dgm:spPr/>
      <dgm:t>
        <a:bodyPr/>
        <a:lstStyle/>
        <a:p>
          <a:r>
            <a:rPr lang="en-US"/>
            <a:t>You am a righty, sadly.</a:t>
          </a:r>
        </a:p>
      </dgm:t>
    </dgm:pt>
    <dgm:pt modelId="{9DB6A554-FE69-4762-9CBC-FF0090420ABA}" type="parTrans" cxnId="{04D72057-9252-4AF3-A476-B1E8BE4DDCDA}">
      <dgm:prSet/>
      <dgm:spPr/>
      <dgm:t>
        <a:bodyPr/>
        <a:lstStyle/>
        <a:p>
          <a:endParaRPr lang="en-US"/>
        </a:p>
      </dgm:t>
    </dgm:pt>
    <dgm:pt modelId="{4E9497D9-A23B-4C15-A2A1-CC98FD0A1180}" type="sibTrans" cxnId="{04D72057-9252-4AF3-A476-B1E8BE4DDCDA}">
      <dgm:prSet/>
      <dgm:spPr/>
      <dgm:t>
        <a:bodyPr/>
        <a:lstStyle/>
        <a:p>
          <a:endParaRPr lang="en-US"/>
        </a:p>
      </dgm:t>
    </dgm:pt>
    <dgm:pt modelId="{F7E3767C-D809-4F1E-844D-A438EA5789FB}">
      <dgm:prSet/>
      <dgm:spPr/>
      <dgm:t>
        <a:bodyPr/>
        <a:lstStyle/>
        <a:p>
          <a:r>
            <a:rPr lang="en-US"/>
            <a:t>You am funny, chill, and wise</a:t>
          </a:r>
        </a:p>
      </dgm:t>
    </dgm:pt>
    <dgm:pt modelId="{F0673C80-A4FC-43E2-AE81-8F4A0F7B0D98}" type="parTrans" cxnId="{B3F06836-845A-4265-9FDB-B68EBFEC5876}">
      <dgm:prSet/>
      <dgm:spPr/>
      <dgm:t>
        <a:bodyPr/>
        <a:lstStyle/>
        <a:p>
          <a:endParaRPr lang="en-US"/>
        </a:p>
      </dgm:t>
    </dgm:pt>
    <dgm:pt modelId="{F4CE3EC9-79ED-4817-9386-B2CF2F4419B5}" type="sibTrans" cxnId="{B3F06836-845A-4265-9FDB-B68EBFEC5876}">
      <dgm:prSet/>
      <dgm:spPr/>
      <dgm:t>
        <a:bodyPr/>
        <a:lstStyle/>
        <a:p>
          <a:endParaRPr lang="en-US"/>
        </a:p>
      </dgm:t>
    </dgm:pt>
    <dgm:pt modelId="{C62AA6F0-5ACE-45D4-A309-3A8A5B8E7F00}">
      <dgm:prSet/>
      <dgm:spPr/>
      <dgm:t>
        <a:bodyPr/>
        <a:lstStyle/>
        <a:p>
          <a:r>
            <a:rPr lang="en-US"/>
            <a:t>You am very empathetic</a:t>
          </a:r>
        </a:p>
      </dgm:t>
    </dgm:pt>
    <dgm:pt modelId="{5731D3A5-368D-4AEF-8A2E-8CB43581B895}" type="parTrans" cxnId="{5D7CEEBD-7810-4A3D-82DA-D884CFB068CF}">
      <dgm:prSet/>
      <dgm:spPr/>
      <dgm:t>
        <a:bodyPr/>
        <a:lstStyle/>
        <a:p>
          <a:endParaRPr lang="en-US"/>
        </a:p>
      </dgm:t>
    </dgm:pt>
    <dgm:pt modelId="{0C65FA09-0A96-4F38-B377-D98B4684AF12}" type="sibTrans" cxnId="{5D7CEEBD-7810-4A3D-82DA-D884CFB068CF}">
      <dgm:prSet/>
      <dgm:spPr/>
      <dgm:t>
        <a:bodyPr/>
        <a:lstStyle/>
        <a:p>
          <a:endParaRPr lang="en-US"/>
        </a:p>
      </dgm:t>
    </dgm:pt>
    <dgm:pt modelId="{815FF0D4-41AC-46EA-9E8C-C80F4F0EFC67}" type="pres">
      <dgm:prSet presAssocID="{896B941C-A6D4-43FE-A821-9C411D433B73}" presName="root" presStyleCnt="0">
        <dgm:presLayoutVars>
          <dgm:dir/>
          <dgm:resizeHandles val="exact"/>
        </dgm:presLayoutVars>
      </dgm:prSet>
      <dgm:spPr/>
    </dgm:pt>
    <dgm:pt modelId="{8B371FFB-B7D5-4D62-80ED-FC0B07A80425}" type="pres">
      <dgm:prSet presAssocID="{AC342FB8-F9C2-4375-AFF6-DDE86038A7B8}" presName="compNode" presStyleCnt="0"/>
      <dgm:spPr/>
    </dgm:pt>
    <dgm:pt modelId="{4F9BA165-284B-431D-A2FD-F1A69CC39DF7}" type="pres">
      <dgm:prSet presAssocID="{AC342FB8-F9C2-4375-AFF6-DDE86038A7B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ried Face with Solid Fill"/>
        </a:ext>
      </dgm:extLst>
    </dgm:pt>
    <dgm:pt modelId="{8C5959B0-7E2F-489C-A6B9-E748825B3988}" type="pres">
      <dgm:prSet presAssocID="{AC342FB8-F9C2-4375-AFF6-DDE86038A7B8}" presName="spaceRect" presStyleCnt="0"/>
      <dgm:spPr/>
    </dgm:pt>
    <dgm:pt modelId="{8B553A22-2948-465F-9942-147BEEE7BACE}" type="pres">
      <dgm:prSet presAssocID="{AC342FB8-F9C2-4375-AFF6-DDE86038A7B8}" presName="textRect" presStyleLbl="revTx" presStyleIdx="0" presStyleCnt="3">
        <dgm:presLayoutVars>
          <dgm:chMax val="1"/>
          <dgm:chPref val="1"/>
        </dgm:presLayoutVars>
      </dgm:prSet>
      <dgm:spPr/>
    </dgm:pt>
    <dgm:pt modelId="{E33C018E-7CC4-46B9-B5A0-F1D447F00E51}" type="pres">
      <dgm:prSet presAssocID="{4E9497D9-A23B-4C15-A2A1-CC98FD0A1180}" presName="sibTrans" presStyleCnt="0"/>
      <dgm:spPr/>
    </dgm:pt>
    <dgm:pt modelId="{3457DA6A-399E-422B-8687-29D9CE2383AF}" type="pres">
      <dgm:prSet presAssocID="{F7E3767C-D809-4F1E-844D-A438EA5789FB}" presName="compNode" presStyleCnt="0"/>
      <dgm:spPr/>
    </dgm:pt>
    <dgm:pt modelId="{4755B30C-C28E-4B72-8E9D-27000CADE7F8}" type="pres">
      <dgm:prSet presAssocID="{F7E3767C-D809-4F1E-844D-A438EA5789F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n"/>
        </a:ext>
      </dgm:extLst>
    </dgm:pt>
    <dgm:pt modelId="{2AC6A030-78DE-42B8-8DDA-E5A1349F4239}" type="pres">
      <dgm:prSet presAssocID="{F7E3767C-D809-4F1E-844D-A438EA5789FB}" presName="spaceRect" presStyleCnt="0"/>
      <dgm:spPr/>
    </dgm:pt>
    <dgm:pt modelId="{40F06B0B-273A-4582-8A47-1BCD9BC18AB6}" type="pres">
      <dgm:prSet presAssocID="{F7E3767C-D809-4F1E-844D-A438EA5789FB}" presName="textRect" presStyleLbl="revTx" presStyleIdx="1" presStyleCnt="3">
        <dgm:presLayoutVars>
          <dgm:chMax val="1"/>
          <dgm:chPref val="1"/>
        </dgm:presLayoutVars>
      </dgm:prSet>
      <dgm:spPr/>
    </dgm:pt>
    <dgm:pt modelId="{7F63924B-FDC3-40E8-BF0F-A34DF59428D8}" type="pres">
      <dgm:prSet presAssocID="{F4CE3EC9-79ED-4817-9386-B2CF2F4419B5}" presName="sibTrans" presStyleCnt="0"/>
      <dgm:spPr/>
    </dgm:pt>
    <dgm:pt modelId="{C89E3840-3C43-4578-BA93-ABF44EA75A28}" type="pres">
      <dgm:prSet presAssocID="{C62AA6F0-5ACE-45D4-A309-3A8A5B8E7F00}" presName="compNode" presStyleCnt="0"/>
      <dgm:spPr/>
    </dgm:pt>
    <dgm:pt modelId="{92837487-283E-4273-9F18-210F88DDF613}" type="pres">
      <dgm:prSet presAssocID="{C62AA6F0-5ACE-45D4-A309-3A8A5B8E7F0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65145471-CD40-469F-AB88-A9E21DC81149}" type="pres">
      <dgm:prSet presAssocID="{C62AA6F0-5ACE-45D4-A309-3A8A5B8E7F00}" presName="spaceRect" presStyleCnt="0"/>
      <dgm:spPr/>
    </dgm:pt>
    <dgm:pt modelId="{69504DE1-2A36-4258-905E-F0BD44909BBF}" type="pres">
      <dgm:prSet presAssocID="{C62AA6F0-5ACE-45D4-A309-3A8A5B8E7F0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70C6108-AE05-45AC-88A1-8A552F82B177}" type="presOf" srcId="{F7E3767C-D809-4F1E-844D-A438EA5789FB}" destId="{40F06B0B-273A-4582-8A47-1BCD9BC18AB6}" srcOrd="0" destOrd="0" presId="urn:microsoft.com/office/officeart/2018/2/layout/IconLabelList"/>
    <dgm:cxn modelId="{B3F06836-845A-4265-9FDB-B68EBFEC5876}" srcId="{896B941C-A6D4-43FE-A821-9C411D433B73}" destId="{F7E3767C-D809-4F1E-844D-A438EA5789FB}" srcOrd="1" destOrd="0" parTransId="{F0673C80-A4FC-43E2-AE81-8F4A0F7B0D98}" sibTransId="{F4CE3EC9-79ED-4817-9386-B2CF2F4419B5}"/>
    <dgm:cxn modelId="{7A73633E-CC79-49AC-9DE5-9A94F20A371A}" type="presOf" srcId="{AC342FB8-F9C2-4375-AFF6-DDE86038A7B8}" destId="{8B553A22-2948-465F-9942-147BEEE7BACE}" srcOrd="0" destOrd="0" presId="urn:microsoft.com/office/officeart/2018/2/layout/IconLabelList"/>
    <dgm:cxn modelId="{0F51C14E-D180-4660-B265-977C91210498}" type="presOf" srcId="{896B941C-A6D4-43FE-A821-9C411D433B73}" destId="{815FF0D4-41AC-46EA-9E8C-C80F4F0EFC67}" srcOrd="0" destOrd="0" presId="urn:microsoft.com/office/officeart/2018/2/layout/IconLabelList"/>
    <dgm:cxn modelId="{04D72057-9252-4AF3-A476-B1E8BE4DDCDA}" srcId="{896B941C-A6D4-43FE-A821-9C411D433B73}" destId="{AC342FB8-F9C2-4375-AFF6-DDE86038A7B8}" srcOrd="0" destOrd="0" parTransId="{9DB6A554-FE69-4762-9CBC-FF0090420ABA}" sibTransId="{4E9497D9-A23B-4C15-A2A1-CC98FD0A1180}"/>
    <dgm:cxn modelId="{56F20786-3C64-4C7C-8A7C-13B17DA099D7}" type="presOf" srcId="{C62AA6F0-5ACE-45D4-A309-3A8A5B8E7F00}" destId="{69504DE1-2A36-4258-905E-F0BD44909BBF}" srcOrd="0" destOrd="0" presId="urn:microsoft.com/office/officeart/2018/2/layout/IconLabelList"/>
    <dgm:cxn modelId="{5D7CEEBD-7810-4A3D-82DA-D884CFB068CF}" srcId="{896B941C-A6D4-43FE-A821-9C411D433B73}" destId="{C62AA6F0-5ACE-45D4-A309-3A8A5B8E7F00}" srcOrd="2" destOrd="0" parTransId="{5731D3A5-368D-4AEF-8A2E-8CB43581B895}" sibTransId="{0C65FA09-0A96-4F38-B377-D98B4684AF12}"/>
    <dgm:cxn modelId="{B1AD47FD-CC85-4AE9-B8B5-B92A004CA237}" type="presParOf" srcId="{815FF0D4-41AC-46EA-9E8C-C80F4F0EFC67}" destId="{8B371FFB-B7D5-4D62-80ED-FC0B07A80425}" srcOrd="0" destOrd="0" presId="urn:microsoft.com/office/officeart/2018/2/layout/IconLabelList"/>
    <dgm:cxn modelId="{8245E772-5F83-4BAB-AF0F-C8CB48D91A35}" type="presParOf" srcId="{8B371FFB-B7D5-4D62-80ED-FC0B07A80425}" destId="{4F9BA165-284B-431D-A2FD-F1A69CC39DF7}" srcOrd="0" destOrd="0" presId="urn:microsoft.com/office/officeart/2018/2/layout/IconLabelList"/>
    <dgm:cxn modelId="{8C83D53A-CDF3-46D0-9B07-61F514E71FC9}" type="presParOf" srcId="{8B371FFB-B7D5-4D62-80ED-FC0B07A80425}" destId="{8C5959B0-7E2F-489C-A6B9-E748825B3988}" srcOrd="1" destOrd="0" presId="urn:microsoft.com/office/officeart/2018/2/layout/IconLabelList"/>
    <dgm:cxn modelId="{76754D28-EA7A-4525-8E25-9939A47EE3C9}" type="presParOf" srcId="{8B371FFB-B7D5-4D62-80ED-FC0B07A80425}" destId="{8B553A22-2948-465F-9942-147BEEE7BACE}" srcOrd="2" destOrd="0" presId="urn:microsoft.com/office/officeart/2018/2/layout/IconLabelList"/>
    <dgm:cxn modelId="{A7BB9BC3-A04F-4553-B593-AE056BAAA00C}" type="presParOf" srcId="{815FF0D4-41AC-46EA-9E8C-C80F4F0EFC67}" destId="{E33C018E-7CC4-46B9-B5A0-F1D447F00E51}" srcOrd="1" destOrd="0" presId="urn:microsoft.com/office/officeart/2018/2/layout/IconLabelList"/>
    <dgm:cxn modelId="{7AEDCE28-287C-4666-91C0-E4DB321D1322}" type="presParOf" srcId="{815FF0D4-41AC-46EA-9E8C-C80F4F0EFC67}" destId="{3457DA6A-399E-422B-8687-29D9CE2383AF}" srcOrd="2" destOrd="0" presId="urn:microsoft.com/office/officeart/2018/2/layout/IconLabelList"/>
    <dgm:cxn modelId="{856115F1-7415-4266-8C84-BEC56E5F2FFB}" type="presParOf" srcId="{3457DA6A-399E-422B-8687-29D9CE2383AF}" destId="{4755B30C-C28E-4B72-8E9D-27000CADE7F8}" srcOrd="0" destOrd="0" presId="urn:microsoft.com/office/officeart/2018/2/layout/IconLabelList"/>
    <dgm:cxn modelId="{D2E44DB3-66FE-4CD2-A9BF-5FD5C290F215}" type="presParOf" srcId="{3457DA6A-399E-422B-8687-29D9CE2383AF}" destId="{2AC6A030-78DE-42B8-8DDA-E5A1349F4239}" srcOrd="1" destOrd="0" presId="urn:microsoft.com/office/officeart/2018/2/layout/IconLabelList"/>
    <dgm:cxn modelId="{F56B9C2A-570B-4ED0-A5BA-C9908B620AFD}" type="presParOf" srcId="{3457DA6A-399E-422B-8687-29D9CE2383AF}" destId="{40F06B0B-273A-4582-8A47-1BCD9BC18AB6}" srcOrd="2" destOrd="0" presId="urn:microsoft.com/office/officeart/2018/2/layout/IconLabelList"/>
    <dgm:cxn modelId="{64768EDD-12C8-4EBA-84DA-10F7868795C5}" type="presParOf" srcId="{815FF0D4-41AC-46EA-9E8C-C80F4F0EFC67}" destId="{7F63924B-FDC3-40E8-BF0F-A34DF59428D8}" srcOrd="3" destOrd="0" presId="urn:microsoft.com/office/officeart/2018/2/layout/IconLabelList"/>
    <dgm:cxn modelId="{AE7582BF-B362-4830-A1E9-02B98FF309E9}" type="presParOf" srcId="{815FF0D4-41AC-46EA-9E8C-C80F4F0EFC67}" destId="{C89E3840-3C43-4578-BA93-ABF44EA75A28}" srcOrd="4" destOrd="0" presId="urn:microsoft.com/office/officeart/2018/2/layout/IconLabelList"/>
    <dgm:cxn modelId="{C19D9736-695B-4F7C-BA0A-B67F551A86E1}" type="presParOf" srcId="{C89E3840-3C43-4578-BA93-ABF44EA75A28}" destId="{92837487-283E-4273-9F18-210F88DDF613}" srcOrd="0" destOrd="0" presId="urn:microsoft.com/office/officeart/2018/2/layout/IconLabelList"/>
    <dgm:cxn modelId="{39778AD7-3B3D-4EE5-853E-F0393469E20F}" type="presParOf" srcId="{C89E3840-3C43-4578-BA93-ABF44EA75A28}" destId="{65145471-CD40-469F-AB88-A9E21DC81149}" srcOrd="1" destOrd="0" presId="urn:microsoft.com/office/officeart/2018/2/layout/IconLabelList"/>
    <dgm:cxn modelId="{D2666C61-9A37-4BE9-8CDE-E2BB81BE801C}" type="presParOf" srcId="{C89E3840-3C43-4578-BA93-ABF44EA75A28}" destId="{69504DE1-2A36-4258-905E-F0BD44909BB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F96F78-8F87-4BB1-9920-728762CB3B00}">
      <dsp:nvSpPr>
        <dsp:cNvPr id="0" name=""/>
        <dsp:cNvSpPr/>
      </dsp:nvSpPr>
      <dsp:spPr>
        <a:xfrm>
          <a:off x="0" y="51929"/>
          <a:ext cx="6666833" cy="262175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How old am you, well, you am 24 years old.</a:t>
          </a:r>
        </a:p>
      </dsp:txBody>
      <dsp:txXfrm>
        <a:off x="127983" y="179912"/>
        <a:ext cx="6410867" cy="2365784"/>
      </dsp:txXfrm>
    </dsp:sp>
    <dsp:sp modelId="{93AFB950-DF73-4D55-AA38-50F6CABB30D1}">
      <dsp:nvSpPr>
        <dsp:cNvPr id="0" name=""/>
        <dsp:cNvSpPr/>
      </dsp:nvSpPr>
      <dsp:spPr>
        <a:xfrm>
          <a:off x="0" y="2780239"/>
          <a:ext cx="6666833" cy="262175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With a birthday of  October 23, it appears you have a birthday in the year 2001. So, October 23: A space oddesy</a:t>
          </a:r>
        </a:p>
      </dsp:txBody>
      <dsp:txXfrm>
        <a:off x="127983" y="2908222"/>
        <a:ext cx="6410867" cy="23657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9BA165-284B-431D-A2FD-F1A69CC39DF7}">
      <dsp:nvSpPr>
        <dsp:cNvPr id="0" name=""/>
        <dsp:cNvSpPr/>
      </dsp:nvSpPr>
      <dsp:spPr>
        <a:xfrm>
          <a:off x="1212569" y="786033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53A22-2948-465F-9942-147BEEE7BACE}">
      <dsp:nvSpPr>
        <dsp:cNvPr id="0" name=""/>
        <dsp:cNvSpPr/>
      </dsp:nvSpPr>
      <dsp:spPr>
        <a:xfrm>
          <a:off x="417971" y="2442842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You am a righty, sadly.</a:t>
          </a:r>
        </a:p>
      </dsp:txBody>
      <dsp:txXfrm>
        <a:off x="417971" y="2442842"/>
        <a:ext cx="2889450" cy="720000"/>
      </dsp:txXfrm>
    </dsp:sp>
    <dsp:sp modelId="{4755B30C-C28E-4B72-8E9D-27000CADE7F8}">
      <dsp:nvSpPr>
        <dsp:cNvPr id="0" name=""/>
        <dsp:cNvSpPr/>
      </dsp:nvSpPr>
      <dsp:spPr>
        <a:xfrm>
          <a:off x="4607673" y="786033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F06B0B-273A-4582-8A47-1BCD9BC18AB6}">
      <dsp:nvSpPr>
        <dsp:cNvPr id="0" name=""/>
        <dsp:cNvSpPr/>
      </dsp:nvSpPr>
      <dsp:spPr>
        <a:xfrm>
          <a:off x="3813075" y="2442842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You am funny, chill, and wise</a:t>
          </a:r>
        </a:p>
      </dsp:txBody>
      <dsp:txXfrm>
        <a:off x="3813075" y="2442842"/>
        <a:ext cx="2889450" cy="720000"/>
      </dsp:txXfrm>
    </dsp:sp>
    <dsp:sp modelId="{92837487-283E-4273-9F18-210F88DDF613}">
      <dsp:nvSpPr>
        <dsp:cNvPr id="0" name=""/>
        <dsp:cNvSpPr/>
      </dsp:nvSpPr>
      <dsp:spPr>
        <a:xfrm>
          <a:off x="8002777" y="786033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04DE1-2A36-4258-905E-F0BD44909BBF}">
      <dsp:nvSpPr>
        <dsp:cNvPr id="0" name=""/>
        <dsp:cNvSpPr/>
      </dsp:nvSpPr>
      <dsp:spPr>
        <a:xfrm>
          <a:off x="7208178" y="2442842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You am very empathetic</a:t>
          </a:r>
        </a:p>
      </dsp:txBody>
      <dsp:txXfrm>
        <a:off x="7208178" y="2442842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Who am you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By Charlie, about Charlie</a:t>
            </a:r>
          </a:p>
          <a:p>
            <a:pPr algn="l"/>
            <a:r>
              <a:rPr lang="en-US">
                <a:solidFill>
                  <a:srgbClr val="FFFFFF"/>
                </a:solidFill>
              </a:rPr>
              <a:t>(Hatch; Serbia)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D1265-3EEA-491E-C11C-A18B4B6DC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How old am you?</a:t>
            </a:r>
          </a:p>
        </p:txBody>
      </p:sp>
      <p:graphicFrame>
        <p:nvGraphicFramePr>
          <p:cNvPr id="105" name="Content Placeholder 2">
            <a:extLst>
              <a:ext uri="{FF2B5EF4-FFF2-40B4-BE49-F238E27FC236}">
                <a16:creationId xmlns:a16="http://schemas.microsoft.com/office/drawing/2014/main" id="{C51B0F0A-ABBD-1872-5F9A-8E12063AFE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021413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6869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CAD594-A216-F1F8-FC4A-FD676BBB7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You am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07A9D1-2389-5B88-0C4E-7B6B150BCC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160689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8135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9319F-FA63-8A78-3A40-ED6A090D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You am sadly </a:t>
            </a:r>
            <a:r>
              <a:rPr lang="en-US" dirty="0" err="1"/>
              <a:t>petless</a:t>
            </a:r>
            <a:r>
              <a:rPr lang="en-US" dirty="0"/>
              <a:t>, due to dander.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Perhaps you should get a fish</a:t>
            </a:r>
          </a:p>
          <a:p>
            <a:r>
              <a:rPr lang="en-US"/>
              <a:t>You am living in a house with your grandmother</a:t>
            </a:r>
          </a:p>
        </p:txBody>
      </p:sp>
    </p:spTree>
    <p:extLst>
      <p:ext uri="{BB962C8B-B14F-4D97-AF65-F5344CB8AC3E}">
        <p14:creationId xmlns:p14="http://schemas.microsoft.com/office/powerpoint/2010/main" val="1275289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E9A0F-CAC1-F722-B009-8174209BF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You am good 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A99AE-C7C3-6066-569F-1D75C2663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Drawing. You am good at drawing, which is why you am on the art track.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On a related note, you am interested in learning about 3D modeleing, as it is a form of drawing, in many respects</a:t>
            </a:r>
          </a:p>
          <a:p>
            <a:r>
              <a:rPr lang="en-US" sz="2000"/>
              <a:t>You am also good at video games</a:t>
            </a:r>
          </a:p>
        </p:txBody>
      </p:sp>
      <p:pic>
        <p:nvPicPr>
          <p:cNvPr id="16" name="Picture 15" descr="3D blocks cube drawn on a chalkboard">
            <a:extLst>
              <a:ext uri="{FF2B5EF4-FFF2-40B4-BE49-F238E27FC236}">
                <a16:creationId xmlns:a16="http://schemas.microsoft.com/office/drawing/2014/main" id="{F5D98E47-CD5C-4377-E4BA-B7DC9FD3B3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42" r="42456" b="-9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3687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8E4801-5C7B-1403-6BDB-BAB7E9E26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What to do, what to want...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50125-2943-8825-354A-721F64FB2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If you could spend the day with anyone, you would spend that day with your best friend, Marshall</a:t>
            </a:r>
          </a:p>
          <a:p>
            <a:r>
              <a:rPr lang="en-US" sz="1800">
                <a:solidFill>
                  <a:schemeClr val="tx2"/>
                </a:solidFill>
              </a:rPr>
              <a:t>You have always wanted to visit Tokyo, Japan, even with the lack of central heating</a:t>
            </a:r>
          </a:p>
          <a:p>
            <a:r>
              <a:rPr lang="en-US" sz="1800">
                <a:solidFill>
                  <a:schemeClr val="tx2"/>
                </a:solidFill>
              </a:rPr>
              <a:t>Your favorite food is obviously pizza. Specifically, your favorite is stuffed crust meat lovers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</a:rPr>
              <a:t>Whatever that is</a:t>
            </a:r>
          </a:p>
          <a:p>
            <a:r>
              <a:rPr lang="en-US" sz="1800">
                <a:solidFill>
                  <a:schemeClr val="tx2"/>
                </a:solidFill>
              </a:rPr>
              <a:t>Your favorite color is blue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>
                <a:solidFill>
                  <a:schemeClr val="tx2"/>
                </a:solidFill>
              </a:rPr>
              <a:t>Preferably you like somewhere between 606 and 668 terahertz, amplitude don't matter</a:t>
            </a:r>
          </a:p>
        </p:txBody>
      </p:sp>
    </p:spTree>
    <p:extLst>
      <p:ext uri="{BB962C8B-B14F-4D97-AF65-F5344CB8AC3E}">
        <p14:creationId xmlns:p14="http://schemas.microsoft.com/office/powerpoint/2010/main" val="698708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Who am you</vt:lpstr>
      <vt:lpstr>How old am you?</vt:lpstr>
      <vt:lpstr>You am</vt:lpstr>
      <vt:lpstr>PowerPoint Presentation</vt:lpstr>
      <vt:lpstr>You am good at</vt:lpstr>
      <vt:lpstr>What to do, what to want...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155</cp:revision>
  <dcterms:created xsi:type="dcterms:W3CDTF">2026-04-07T19:02:42Z</dcterms:created>
  <dcterms:modified xsi:type="dcterms:W3CDTF">2026-04-07T19:40:09Z</dcterms:modified>
</cp:coreProperties>
</file>